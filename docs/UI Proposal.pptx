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FB13E-D85B-9CC4-B5C8-E90B7A301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4DF4CB-61E7-D650-39FD-0B92B4738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48EE40-D451-D718-FDD3-B8DAA52B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4F6431-DDCD-B685-8297-DB29B542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DD706E-DDDB-2991-AEC1-78E28635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073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5ED48-74F1-D917-993D-46808FD9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E0ED1E-EE08-800B-C1FC-2A812B06C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CF0D1D-7DA1-5475-F42A-E68F2F289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08E7-2F2F-E6AD-9F19-FA388FC4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2AEFCB-017C-299A-F0E0-035788D0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49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C1BE2-369D-B643-4BF4-41B6E1A6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A956A5-19A1-0984-B908-2FE555B7D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2A1381-8B62-906F-3EEE-1468EF80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59628-AE26-03C5-A822-A385BB26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C9BC-F56E-6EF5-4468-BD6C8F8E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084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502AE-9C95-B29B-BE78-A0363F0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ECD95B-BE70-26D4-A8C9-AA804F55D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664DDD-33F4-32B2-AB5C-D25CD725A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DEEC44-3D6A-5F6A-9D12-A860D684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2ECF02-04E1-722A-C891-7A791A6B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C8138F-33D1-D1AA-FC9F-31B575AC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372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408E6-2BB6-0242-1A0C-8BF27AA3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29A299-E879-5F89-46BB-F19A701B8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F52119-47BF-91FD-67D1-821485B9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6F4E52-F295-8337-45C5-76599F5C5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89A9AF-7388-3D61-A579-0CB3580F5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1B03F1-83D8-E45D-78F8-C18644BA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39601D4-3265-A7B3-82D4-8B336DD1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10AADD-532D-C82B-A180-C5F4BC5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263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7E9E83-6B12-1ADF-E732-D0BD22CD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C7A0E6-7970-6379-CA91-3325A62C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FE8D37-DA85-1633-9EBC-4F09C28F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B73164-4521-356D-7D42-0EDF0163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785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5739DA-E7BF-06F1-A3CF-DF649570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0C16CF-8B7D-F5BF-7B31-88A20520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212190-6390-EBF5-A0CA-8EB9DDB5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534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CED28-72B9-BD3F-54AF-9CBC3A64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C1B24-9F2F-BB60-4E2F-FD21F0481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FF168F-1715-7D28-AFBF-4041CEE4B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5E88D1-1D1C-66BD-4340-FEEE881F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5DC06F-227D-B7DD-0F1B-367CFC65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C0E75B-778E-8B34-942D-59BE95A3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092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84B2B-B42C-E5CC-CAC4-7192C9E6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C12CDB9-B351-F579-D7E0-B0E8F6C10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E64885-D784-5FA8-D86D-EBE551C0B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640305-AE4E-AC6A-2806-66EA8E04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29F72B-4C4B-24D5-983B-3A2E9230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6EEA84-406A-9504-119B-868BBF51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837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BB189-A50E-7A52-2857-5A39E76E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969036-84B9-1C45-A3A9-BE8BFC197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C232EE-ABD0-4F46-82B0-4AA34222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D7610-5B87-A746-0199-C89476FD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A3D17E-B3AD-0ABD-2FEB-E245B6E2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445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A00155-3B33-9A42-EDA5-45363B95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572CC4-10AB-3BDD-D8B6-204CEF5E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16D59-3A1C-05CA-CC15-53DB1E9D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88831D-631F-BF4C-EEFB-1161A0D6A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6E2282-2AFD-AE0C-1E2F-396AE759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957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86214C-7761-2F28-7551-E8648EFC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4DDE88-3326-E511-52B9-9C7D97116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776691-0AC1-2A18-4702-60B469584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19EC8-D174-4AEB-BAF2-4F4B642CE16B}" type="datetimeFigureOut">
              <a:rPr lang="de-CH" smtClean="0"/>
              <a:t>24.02.2026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15491-C5E9-3FFB-595F-202EB5FFD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066BF0-7AF3-72A2-46E8-A3E72EBFE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CAC42-E6CB-464B-BF73-533290152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86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A5DB81-66EF-FADA-403C-758045140EDC}"/>
              </a:ext>
            </a:extLst>
          </p:cNvPr>
          <p:cNvSpPr/>
          <p:nvPr/>
        </p:nvSpPr>
        <p:spPr>
          <a:xfrm>
            <a:off x="615820" y="279919"/>
            <a:ext cx="11050555" cy="7557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                                                                                                             </a:t>
            </a:r>
            <a:r>
              <a:rPr lang="de-CH" dirty="0" err="1"/>
              <a:t>Toolbars</a:t>
            </a:r>
            <a:endParaRPr lang="de-CH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CD4C440-4191-FA73-A2E6-A3B6A52F81B2}"/>
              </a:ext>
            </a:extLst>
          </p:cNvPr>
          <p:cNvSpPr/>
          <p:nvPr/>
        </p:nvSpPr>
        <p:spPr>
          <a:xfrm>
            <a:off x="615820" y="1119673"/>
            <a:ext cx="2481943" cy="51971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82D8A6C-8835-3824-B65A-9B4CEB64F02B}"/>
              </a:ext>
            </a:extLst>
          </p:cNvPr>
          <p:cNvSpPr/>
          <p:nvPr/>
        </p:nvSpPr>
        <p:spPr>
          <a:xfrm>
            <a:off x="10584024" y="1119672"/>
            <a:ext cx="1082351" cy="51971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  <a:p>
            <a:pPr algn="ctr"/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6A300AD-A0C9-83A9-184D-4A3A33BFB831}"/>
              </a:ext>
            </a:extLst>
          </p:cNvPr>
          <p:cNvSpPr/>
          <p:nvPr/>
        </p:nvSpPr>
        <p:spPr>
          <a:xfrm>
            <a:off x="615820" y="6400801"/>
            <a:ext cx="11019453" cy="3732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Tool Messages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E01B9C-0036-325F-109E-FADC11FFF359}"/>
              </a:ext>
            </a:extLst>
          </p:cNvPr>
          <p:cNvSpPr txBox="1"/>
          <p:nvPr/>
        </p:nvSpPr>
        <p:spPr>
          <a:xfrm>
            <a:off x="867747" y="473143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File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577570-E5B7-EDEB-4888-8193B57BB7F9}"/>
              </a:ext>
            </a:extLst>
          </p:cNvPr>
          <p:cNvSpPr txBox="1"/>
          <p:nvPr/>
        </p:nvSpPr>
        <p:spPr>
          <a:xfrm>
            <a:off x="2346649" y="473143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Calculation</a:t>
            </a:r>
            <a:endParaRPr lang="de-CH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2701ACD-C66E-5A1F-BC64-0DC57D961A4A}"/>
              </a:ext>
            </a:extLst>
          </p:cNvPr>
          <p:cNvSpPr txBox="1"/>
          <p:nvPr/>
        </p:nvSpPr>
        <p:spPr>
          <a:xfrm>
            <a:off x="3895530" y="470425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Results</a:t>
            </a:r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EB89B7-7199-2AD8-A08F-4647414C61FC}"/>
              </a:ext>
            </a:extLst>
          </p:cNvPr>
          <p:cNvSpPr txBox="1"/>
          <p:nvPr/>
        </p:nvSpPr>
        <p:spPr>
          <a:xfrm>
            <a:off x="5444411" y="473143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Materials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A282F12-8EE3-44FE-4132-399C1A478D9D}"/>
              </a:ext>
            </a:extLst>
          </p:cNvPr>
          <p:cNvSpPr txBox="1"/>
          <p:nvPr/>
        </p:nvSpPr>
        <p:spPr>
          <a:xfrm>
            <a:off x="10674220" y="1381322"/>
            <a:ext cx="90196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SEA</a:t>
            </a:r>
          </a:p>
          <a:p>
            <a:pPr algn="ctr"/>
            <a:r>
              <a:rPr lang="de-CH" sz="1400" dirty="0"/>
              <a:t>Elements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DF5A977-46C0-544C-799B-B50D580F35AD}"/>
              </a:ext>
            </a:extLst>
          </p:cNvPr>
          <p:cNvSpPr txBox="1"/>
          <p:nvPr/>
        </p:nvSpPr>
        <p:spPr>
          <a:xfrm>
            <a:off x="657807" y="1263649"/>
            <a:ext cx="2397968" cy="31393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CH" dirty="0"/>
              <a:t>Project </a:t>
            </a:r>
            <a:r>
              <a:rPr lang="de-CH" dirty="0" err="1"/>
              <a:t>Tree</a:t>
            </a:r>
            <a:endParaRPr lang="de-CH" dirty="0"/>
          </a:p>
          <a:p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 err="1"/>
              <a:t>Xxxx</a:t>
            </a:r>
            <a:endParaRPr lang="de-CH" dirty="0"/>
          </a:p>
          <a:p>
            <a:pPr marL="742950" lvl="1" indent="-285750">
              <a:buFontTx/>
              <a:buChar char="-"/>
            </a:pPr>
            <a:r>
              <a:rPr lang="de-CH" dirty="0" err="1"/>
              <a:t>Xxxx</a:t>
            </a:r>
            <a:endParaRPr lang="de-CH" dirty="0"/>
          </a:p>
          <a:p>
            <a:pPr marL="742950" lvl="1" indent="-285750">
              <a:buFontTx/>
              <a:buChar char="-"/>
            </a:pPr>
            <a:r>
              <a:rPr lang="de-CH" dirty="0" err="1"/>
              <a:t>Xxxx</a:t>
            </a:r>
            <a:endParaRPr lang="de-CH" dirty="0"/>
          </a:p>
          <a:p>
            <a:pPr marL="742950" lvl="1" indent="-285750">
              <a:buFontTx/>
              <a:buChar char="-"/>
            </a:pPr>
            <a:r>
              <a:rPr lang="de-CH" dirty="0"/>
              <a:t>..</a:t>
            </a:r>
          </a:p>
          <a:p>
            <a:pPr marL="285750" indent="-285750">
              <a:buFontTx/>
              <a:buChar char="-"/>
            </a:pPr>
            <a:r>
              <a:rPr lang="de-CH" dirty="0" err="1"/>
              <a:t>Xxxx</a:t>
            </a:r>
            <a:endParaRPr lang="de-CH" dirty="0"/>
          </a:p>
          <a:p>
            <a:pPr marL="285750" indent="-285750">
              <a:buFontTx/>
              <a:buChar char="-"/>
            </a:pPr>
            <a:endParaRPr lang="de-CH" dirty="0"/>
          </a:p>
          <a:p>
            <a:pPr marL="285750" indent="-285750">
              <a:buFontTx/>
              <a:buChar char="-"/>
            </a:pPr>
            <a:r>
              <a:rPr lang="de-CH" dirty="0" err="1"/>
              <a:t>Xxxx</a:t>
            </a:r>
            <a:endParaRPr lang="de-CH" dirty="0"/>
          </a:p>
          <a:p>
            <a:pPr marL="285750" indent="-285750">
              <a:buFontTx/>
              <a:buChar char="-"/>
            </a:pPr>
            <a:endParaRPr lang="de-CH" dirty="0"/>
          </a:p>
          <a:p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230B44-0C38-3215-1933-1AE0223B0CE1}"/>
              </a:ext>
            </a:extLst>
          </p:cNvPr>
          <p:cNvSpPr txBox="1"/>
          <p:nvPr/>
        </p:nvSpPr>
        <p:spPr>
          <a:xfrm>
            <a:off x="5505061" y="1480616"/>
            <a:ext cx="2836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SEA Model </a:t>
            </a:r>
            <a:r>
              <a:rPr lang="de-CH" dirty="0" err="1"/>
              <a:t>vsualiazation</a:t>
            </a:r>
            <a:endParaRPr lang="de-CH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E7DF69F-4B9B-D38C-1721-76C640E59520}"/>
              </a:ext>
            </a:extLst>
          </p:cNvPr>
          <p:cNvSpPr txBox="1"/>
          <p:nvPr/>
        </p:nvSpPr>
        <p:spPr>
          <a:xfrm>
            <a:off x="10674220" y="2061149"/>
            <a:ext cx="90196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 err="1"/>
              <a:t>Cavity</a:t>
            </a:r>
            <a:endParaRPr lang="de-CH" sz="1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D285014-1079-BECC-4FDA-F4CBA286D728}"/>
              </a:ext>
            </a:extLst>
          </p:cNvPr>
          <p:cNvSpPr txBox="1"/>
          <p:nvPr/>
        </p:nvSpPr>
        <p:spPr>
          <a:xfrm>
            <a:off x="10674220" y="2525533"/>
            <a:ext cx="90196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Wall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F73EEEE-1F18-37F7-BDB6-2E5DFE9B0639}"/>
              </a:ext>
            </a:extLst>
          </p:cNvPr>
          <p:cNvSpPr txBox="1"/>
          <p:nvPr/>
        </p:nvSpPr>
        <p:spPr>
          <a:xfrm>
            <a:off x="10674220" y="2989917"/>
            <a:ext cx="90196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1400" dirty="0"/>
              <a:t>……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BAB030-F349-8708-C271-B37C21740F4A}"/>
              </a:ext>
            </a:extLst>
          </p:cNvPr>
          <p:cNvSpPr txBox="1"/>
          <p:nvPr/>
        </p:nvSpPr>
        <p:spPr>
          <a:xfrm>
            <a:off x="6979298" y="470425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…..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EFFA8F8-3350-F246-2989-3FA5C343B074}"/>
              </a:ext>
            </a:extLst>
          </p:cNvPr>
          <p:cNvSpPr txBox="1"/>
          <p:nvPr/>
        </p:nvSpPr>
        <p:spPr>
          <a:xfrm>
            <a:off x="10063066" y="470425"/>
            <a:ext cx="136227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Help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3F65E32-46D1-7CD5-5E60-B362478CE030}"/>
              </a:ext>
            </a:extLst>
          </p:cNvPr>
          <p:cNvSpPr txBox="1"/>
          <p:nvPr/>
        </p:nvSpPr>
        <p:spPr>
          <a:xfrm>
            <a:off x="667137" y="6433524"/>
            <a:ext cx="459066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de-CH" sz="1400" dirty="0" err="1"/>
              <a:t>xxxxxxxxxxxxxxxxxxxxxxxxxxxxx</a:t>
            </a:r>
            <a:endParaRPr lang="de-CH" sz="14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BB7B1BA-66A5-6122-409C-9D3FBDC6E58E}"/>
              </a:ext>
            </a:extLst>
          </p:cNvPr>
          <p:cNvSpPr txBox="1"/>
          <p:nvPr/>
        </p:nvSpPr>
        <p:spPr>
          <a:xfrm rot="16200000">
            <a:off x="9822412" y="4829374"/>
            <a:ext cx="2605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800" dirty="0">
                <a:solidFill>
                  <a:schemeClr val="bg1"/>
                </a:solidFill>
              </a:rPr>
              <a:t>Model Components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BDCA7B-BFAB-5B2C-CE2F-1A2140BDB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129" y="2911594"/>
            <a:ext cx="6678581" cy="149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865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Breitbild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Werner Moretti</dc:creator>
  <cp:lastModifiedBy>Werner Moretti</cp:lastModifiedBy>
  <cp:revision>1</cp:revision>
  <dcterms:created xsi:type="dcterms:W3CDTF">2026-02-24T09:22:01Z</dcterms:created>
  <dcterms:modified xsi:type="dcterms:W3CDTF">2026-02-24T09:22:36Z</dcterms:modified>
</cp:coreProperties>
</file>